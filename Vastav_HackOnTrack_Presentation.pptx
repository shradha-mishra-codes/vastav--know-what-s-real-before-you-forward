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760">
              <a:lumMod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BD5FA"/>
                </a:solidFill>
                <a:latin typeface="Segoe UI"/>
              </a:defRPr>
            </a:pPr>
            <a:r>
              <a:t>DOMAIN 3: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 Black"/>
              </a:defRPr>
            </a:pPr>
            <a:r>
              <a:t>VASTAV  वास्तव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BD5FA"/>
                </a:solidFill>
                <a:latin typeface="Segoe UI"/>
              </a:defRPr>
            </a:pPr>
            <a:r>
              <a:t>Know what's real before you forward.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5943600" cy="1280160"/>
          </a:xfrm>
          <a:prstGeom prst="roundRect">
            <a:avLst/>
          </a:prstGeom>
          <a:solidFill>
            <a:srgbClr val="2A357A"/>
          </a:solidFill>
          <a:ln w="19050">
            <a:solidFill>
              <a:srgbClr val="CBD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83D"/>
                </a:solidFill>
                <a:latin typeface="Segoe UI"/>
              </a:defRPr>
            </a:pPr>
            <a:r>
              <a:t>⚡ PS 3: IS THIS FORWARD TRUE 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F"/>
                </a:solidFill>
                <a:latin typeface="Segoe UI"/>
              </a:defRPr>
            </a:pPr>
            <a:r>
              <a:t>An AI-powered fact-checking system that verifies claims from WhatsApp forwards — text, screenshots, voice notes, PDFs, and URLs — in 6 Indian languages.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9BCE"/>
                </a:solidFill>
                <a:latin typeface="Segoe UI"/>
              </a:defRPr>
            </a:pPr>
            <a:r>
              <a:t>Team Name:  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9BCE"/>
                </a:solidFill>
                <a:latin typeface="Segoe UI"/>
              </a:defRPr>
            </a:pPr>
            <a:r>
              <a:t>Team Members:  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C83D"/>
                </a:solidFill>
                <a:latin typeface="Segoe UI"/>
              </a:defRPr>
            </a:pPr>
            <a:r>
              <a:t>HACK ON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29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CBD5FA"/>
                </a:solidFill>
                <a:latin typeface="Segoe UI"/>
              </a:defRPr>
            </a:pPr>
            <a:r>
              <a:t>SDG Mapped:</a:t>
            </a:r>
            <a:br/>
            <a:r>
              <a:t>🎓 SDG 4 – Quality Education</a:t>
            </a:r>
            <a:br/>
            <a:r>
              <a:t>🏗️ SDG 9 – Industry, Innovation &amp; Infrastructure</a:t>
            </a:r>
            <a:br/>
            <a:r>
              <a:t>🕊️ SDG 16 – Peace, Justice &amp; Strong Institutions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2760"/>
                </a:solidFill>
                <a:latin typeface="Segoe UI"/>
              </a:defRPr>
            </a:pPr>
            <a:r>
              <a:t>THE PROBLEM — Why We Built Vastav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66099"/>
                </a:solidFill>
                <a:latin typeface="Segoe UI"/>
              </a:defRPr>
            </a:pPr>
            <a:r>
              <a:t>Forwarded messages spread fast. Checking them is hard. A bare "true" or "false" doesn't help. People need to know what exactly is wrong, and why.</a:t>
            </a:r>
          </a:p>
        </p:txBody>
      </p:sp>
      <p:pic>
        <p:nvPicPr>
          <p:cNvPr id="5" name="Picture 4" descr="problem_statement_visual_1791488765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4754880"/>
          </a:xfrm>
          <a:prstGeom prst="rect">
            <a:avLst/>
          </a:prstGeom>
        </p:spPr>
      </p:pic>
      <p:pic>
        <p:nvPicPr>
          <p:cNvPr id="6" name="Picture 5" descr="p2_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5943600"/>
            <a:ext cx="2011680" cy="777240"/>
          </a:xfrm>
          <a:prstGeom prst="rect">
            <a:avLst/>
          </a:prstGeom>
        </p:spPr>
      </p:pic>
      <p:pic>
        <p:nvPicPr>
          <p:cNvPr id="7" name="Picture 6" descr="p2_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943600"/>
            <a:ext cx="59436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2760"/>
                </a:solidFill>
                <a:latin typeface="Segoe UI"/>
              </a:defRPr>
            </a:pPr>
            <a:r>
              <a:t>OUR SOLUTION — Vastav वास्तव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66099"/>
                </a:solidFill>
                <a:latin typeface="Segoe UI"/>
              </a:defRPr>
            </a:pPr>
            <a:r>
              <a:t>A comprehensive AI fact-checking desk with 8 core capabilities</a:t>
            </a:r>
          </a:p>
        </p:txBody>
      </p:sp>
      <p:pic>
        <p:nvPicPr>
          <p:cNvPr id="5" name="Picture 4" descr="features_showcase_17914886605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5029200"/>
          </a:xfrm>
          <a:prstGeom prst="rect">
            <a:avLst/>
          </a:prstGeom>
        </p:spPr>
      </p:pic>
      <p:pic>
        <p:nvPicPr>
          <p:cNvPr id="6" name="Picture 5" descr="p2_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5943600"/>
            <a:ext cx="2011680" cy="777240"/>
          </a:xfrm>
          <a:prstGeom prst="rect">
            <a:avLst/>
          </a:prstGeom>
        </p:spPr>
      </p:pic>
      <p:pic>
        <p:nvPicPr>
          <p:cNvPr id="7" name="Picture 6" descr="p2_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943600"/>
            <a:ext cx="59436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2760"/>
                </a:solidFill>
                <a:latin typeface="Segoe UI"/>
              </a:defRPr>
            </a:pPr>
            <a:r>
              <a:t>HOW IT WORKS — Verification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66099"/>
                </a:solidFill>
                <a:latin typeface="Segoe UI"/>
              </a:defRPr>
            </a:pPr>
            <a:r>
              <a:t>From pasted forward to evidence-backed verdict in 6 steps</a:t>
            </a:r>
          </a:p>
        </p:txBody>
      </p:sp>
      <p:pic>
        <p:nvPicPr>
          <p:cNvPr id="5" name="Picture 4" descr="verification_flow_17914887273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1612880" cy="4846320"/>
          </a:xfrm>
          <a:prstGeom prst="rect">
            <a:avLst/>
          </a:prstGeom>
        </p:spPr>
      </p:pic>
      <p:pic>
        <p:nvPicPr>
          <p:cNvPr id="6" name="Picture 5" descr="p2_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5943600"/>
            <a:ext cx="2011680" cy="777240"/>
          </a:xfrm>
          <a:prstGeom prst="rect">
            <a:avLst/>
          </a:prstGeom>
        </p:spPr>
      </p:pic>
      <p:pic>
        <p:nvPicPr>
          <p:cNvPr id="7" name="Picture 6" descr="p2_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943600"/>
            <a:ext cx="59436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D2760"/>
                </a:solidFill>
                <a:latin typeface="Segoe UI"/>
              </a:defRPr>
            </a:pPr>
            <a:r>
              <a:t>ARCHITECTURE &amp; TECH STACK</a:t>
            </a:r>
          </a:p>
        </p:txBody>
      </p:sp>
      <p:pic>
        <p:nvPicPr>
          <p:cNvPr id="4" name="Picture 3" descr="architecture_diagram_17914886296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6217920" cy="3291840"/>
          </a:xfrm>
          <a:prstGeom prst="rect">
            <a:avLst/>
          </a:prstGeom>
        </p:spPr>
      </p:pic>
      <p:pic>
        <p:nvPicPr>
          <p:cNvPr id="5" name="Picture 4" descr="tech_stack_slide_17914888013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822960"/>
            <a:ext cx="603504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297680"/>
            <a:ext cx="11247120" cy="2194560"/>
          </a:xfrm>
          <a:prstGeom prst="roundRect">
            <a:avLst/>
          </a:prstGeom>
          <a:solidFill>
            <a:srgbClr val="F7F8FF"/>
          </a:solidFill>
          <a:ln w="19050">
            <a:solidFill>
              <a:srgbClr val="CBD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52D5"/>
                </a:solidFill>
                <a:latin typeface="Segoe UI"/>
              </a:defRPr>
            </a:pPr>
            <a:r>
              <a:t>🔒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4348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6099"/>
                </a:solidFill>
                <a:latin typeface="Segoe UI"/>
              </a:defRPr>
            </a:pPr>
            <a:r>
              <a:t>Server-side API keys only • In-memory rate limiter (20 req/min/IP) • No message content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52D5"/>
                </a:solidFill>
                <a:latin typeface="Segoe UI"/>
              </a:defRPr>
            </a:pPr>
            <a:r>
              <a:t>🤖 AI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892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6099"/>
                </a:solidFill>
                <a:latin typeface="Segoe UI"/>
              </a:defRPr>
            </a:pPr>
            <a:r>
              <a:t>Gemini 3.8 Flash primary → Gemini 3.5 Flash fallback • Google Search Grounding for live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52D5"/>
                </a:solidFill>
                <a:latin typeface="Segoe UI"/>
              </a:defRPr>
            </a:pPr>
            <a:r>
              <a:t>🌐 Multimodal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349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6099"/>
                </a:solidFill>
                <a:latin typeface="Segoe UI"/>
              </a:defRPr>
            </a:pPr>
            <a:r>
              <a:t>Text, Image (8MB), Audio (10MB), PDF (10MB), URL → all processed with inline base64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52D5"/>
                </a:solidFill>
                <a:latin typeface="Segoe UI"/>
              </a:defRPr>
            </a:pPr>
            <a:r>
              <a:t>💬 Sakhi Companion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8064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6099"/>
                </a:solidFill>
                <a:latin typeface="Segoe UI"/>
              </a:defRPr>
            </a:pPr>
            <a:r>
              <a:t>Conversational AI with voice input (SpeechRecognition + MediaRecorder), TTS, language mirroring, fact-check handoff</a:t>
            </a:r>
          </a:p>
        </p:txBody>
      </p:sp>
      <p:pic>
        <p:nvPicPr>
          <p:cNvPr id="15" name="Picture 14" descr="p2_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5943600"/>
            <a:ext cx="2011680" cy="777240"/>
          </a:xfrm>
          <a:prstGeom prst="rect">
            <a:avLst/>
          </a:prstGeom>
        </p:spPr>
      </p:pic>
      <p:pic>
        <p:nvPicPr>
          <p:cNvPr id="16" name="Picture 15" descr="p2_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943600"/>
            <a:ext cx="59436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2760"/>
                </a:solidFill>
                <a:latin typeface="Segoe UI"/>
              </a:defRPr>
            </a:pPr>
            <a:r>
              <a:t>SDG ALIGNMENT &amp; 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66099"/>
                </a:solidFill>
                <a:latin typeface="Segoe UI"/>
              </a:defRPr>
            </a:pPr>
            <a:r>
              <a:t>Vastav directly contributes to 3 United Nations Sustainable Development Goals</a:t>
            </a:r>
          </a:p>
        </p:txBody>
      </p:sp>
      <p:pic>
        <p:nvPicPr>
          <p:cNvPr id="5" name="Picture 4" descr="sdg_impact_slide_1791488694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943600"/>
            <a:ext cx="11247120" cy="7315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BD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66099"/>
                </a:solidFill>
                <a:latin typeface="Segoe UI"/>
              </a:defRPr>
            </a:pPr>
            <a:r>
              <a:t>🚀 Future Scope: WhatsApp Bot integration • Browser extension • Regional language expansion • Community fact-checker network • API for third-party integration</a:t>
            </a:r>
          </a:p>
        </p:txBody>
      </p:sp>
      <p:pic>
        <p:nvPicPr>
          <p:cNvPr id="8" name="Picture 7" descr="p2_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5943600"/>
            <a:ext cx="2011680" cy="777240"/>
          </a:xfrm>
          <a:prstGeom prst="rect">
            <a:avLst/>
          </a:prstGeom>
        </p:spPr>
      </p:pic>
      <p:pic>
        <p:nvPicPr>
          <p:cNvPr id="9" name="Picture 8" descr="p2_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943600"/>
            <a:ext cx="59436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egoe UI Black"/>
              </a:defRPr>
            </a:pPr>
            <a:r>
              <a:t>VASTAV  वास्तव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BD5FA"/>
                </a:solidFill>
                <a:latin typeface="Segoe UI"/>
              </a:defRPr>
            </a:pPr>
            <a:r>
              <a:t>Know what's real before you forward.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840480"/>
            <a:ext cx="5760720" cy="1097280"/>
          </a:xfrm>
          <a:prstGeom prst="roundRect">
            <a:avLst/>
          </a:prstGeom>
          <a:solidFill>
            <a:srgbClr val="2A357A"/>
          </a:solidFill>
          <a:ln w="19050">
            <a:solidFill>
              <a:srgbClr val="CBD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83D"/>
                </a:solidFill>
                <a:latin typeface="Segoe UI"/>
              </a:defRPr>
            </a:pPr>
            <a:r>
              <a:t>🌐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FA"/>
                </a:solidFill>
                <a:latin typeface="Segoe UI"/>
              </a:defRPr>
            </a:pPr>
            <a:r>
              <a:t>http://localhost:3000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F9BCE"/>
                </a:solidFill>
                <a:latin typeface="Segoe UI"/>
              </a:defRPr>
            </a:pPr>
            <a:r>
              <a:t>Team Name:  _________________ • Members:  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66099"/>
                </a:solidFill>
                <a:latin typeface="Segoe UI"/>
              </a:defRPr>
            </a:pPr>
            <a:r>
              <a:t>Hack on Track  •  Domain 3: GenAI  •  PS 3: Is This Forward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Shradha Mishra</cp:lastModifiedBy>
  <cp:revision>1</cp:revision>
  <dcterms:created xsi:type="dcterms:W3CDTF">2013-01-27T09:14:16Z</dcterms:created>
  <dcterms:modified xsi:type="dcterms:W3CDTF">2026-10-08T20:14:54Z</dcterms:modified>
  <cp:category/>
</cp:coreProperties>
</file>